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CareerAI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Personalized AI Career &amp; Job Readiness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2461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CA3AF"/>
                </a:solidFill>
              </a:defRPr>
            </a:pPr>
            <a: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46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CareerForge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85031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CA3AF"/>
                </a:solidFill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8503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AGANTI SRINIDHI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12394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CA3AF"/>
                </a:solidFill>
              </a:defRPr>
            </a:pPr>
            <a:r>
              <a:t>College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23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Pragati Engineering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56285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CA3AF"/>
                </a:solidFill>
              </a:defRPr>
            </a:pPr>
            <a: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6285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Student AI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9893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1D5DB"/>
                </a:solidFill>
              </a:defRPr>
            </a:pPr>
            <a:r>
              <a:t>SkillUp Hackathon in collaboration with IBM SkillsBuild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Why students need personalized career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Career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Students often struggle to identify the right career path and understand which skills are required for their target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Resumes, GitHub projects and learning platforms contain useful information, but students may not know how to connect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Interview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75688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Students may learn skills without knowing their gaps or getting enough role-specific interview practice.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One workflow from student profile to career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Analyze resume, skills and optional GitHub/project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Recommend a suitable career path or work with the student's selected goal.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Identify matched skills and missing skills for the target career.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Create a personalized learning roadmap and interview practice plan.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Provide interview feedback and a simple job-readiness indicator.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16636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532888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2888" y="516636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Skill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379976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516636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Career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227064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5166360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Skill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74152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5166360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9921240" y="5166360"/>
            <a:ext cx="16642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5166360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5330952"/>
            <a:ext cx="1252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824728"/>
            <a:ext cx="1252728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Student-focused career readiness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📄 Resume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Extract relevant skills and profile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💻 GitHub / Project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Include practical project and technology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04872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6946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🎯 Career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39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Match the profile to supported career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04872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04872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946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🔍 Skill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39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Show strengths and missing skills.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7530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75304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9896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🗺️ Learning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3367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Turn gaps into ordered learning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7530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575304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39896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🎤 AI Mock Interview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33672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Practice career-specific questions and receive feedback.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45736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745736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10327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📊 Job Readiness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04103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Summarize current readiness in an easy-to-understand metric.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745736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745736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10327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💬 Career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404103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Provide guidance around the student's next actions.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4.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How CareerAI Copilot turns profile data into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1. Student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Resume + GitHub/projects + career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47672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47672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1226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2. Skill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39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Identify relevant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60904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60904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2549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3. Career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19272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Compare skills with career requirements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74136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74136"/>
            <a:ext cx="73152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4. Skill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32504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Find missing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87368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5.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45736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Generate learning and project 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6. Interview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Questions + answer feedback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513832"/>
            <a:ext cx="10652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513832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78424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7. Readiness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172200"/>
            <a:ext cx="1024128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Present a readiness indicator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5. 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Example output from the current CareerAI Copilot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🎯 Career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AI / ML Engineer</a:t>
            </a:r>
            <a:br/>
            <a:r>
              <a:t>75%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9903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📊 Job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9280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75%</a:t>
            </a:r>
            <a:br/>
            <a:r>
              <a:t>Based on current skill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344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2344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39903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💻 Skills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892808"/>
            <a:ext cx="3063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Python • SQL • ML • NumPy</a:t>
            </a:r>
            <a:br/>
            <a:r>
              <a:t>Pandas • Git •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036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449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⚠️ Skill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38728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Deep Learning</a:t>
            </a:r>
            <a:br/>
            <a:r>
              <a:t>TensorFlow</a:t>
            </a:r>
            <a:br/>
            <a:r>
              <a:t>NLP</a:t>
            </a:r>
            <a:br/>
            <a:br/>
            <a:r>
              <a:t>These gaps become the focus of the learning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88036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2880360"/>
            <a:ext cx="7315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0449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🗺️ Personalized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538728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1. Strengthen Python</a:t>
            </a:r>
            <a:br/>
            <a:r>
              <a:t>2. Learn ML fundamentals</a:t>
            </a:r>
            <a:br/>
            <a:r>
              <a:t>3. Study Deep Learning</a:t>
            </a:r>
            <a:br/>
            <a:r>
              <a:t>4. Learn NLP</a:t>
            </a:r>
            <a:br/>
            <a:r>
              <a:t>5. Build AI/ML projects</a:t>
            </a:r>
            <a:br/>
            <a:r>
              <a:t>6. Practice interviews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6. AI Mock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Practice questions based on the selected career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Example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“What is supervised learning?”</a:t>
            </a:r>
            <a:br/>
            <a:br/>
            <a:r>
              <a:t>The student submits an answer directly in the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Example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Score: 8/10</a:t>
            </a:r>
            <a:br/>
            <a:br/>
            <a:r>
              <a:t>✓ Correct definition</a:t>
            </a:r>
            <a:br/>
            <a:r>
              <a:t>✓ Clear explanation</a:t>
            </a:r>
            <a:br/>
            <a:br/>
            <a:r>
              <a:t>Improve:</a:t>
            </a:r>
            <a:br/>
            <a:r>
              <a:t>• Add a practical example</a:t>
            </a:r>
            <a:br/>
            <a:r>
              <a:t>• Explain labeled data more clearly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7. Technology Used: IBM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IBM Bob supported the development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Planning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Break the idea into modules and structure the end-to-end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447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Code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Assist with code generation, explanation, refinement and organization.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6207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AI Workflow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Support prompt and workflow design for career, skills and interview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974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69748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6207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Debugging &amp;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Help identify issues, fixes, test scenarios and edge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93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UI/UX &amp;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73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Assist with dashboard structure, README and project documentation.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8.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From a prototype to a broader student career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• Helps students make more informed career decisions.</a:t>
            </a:r>
            <a:br/>
            <a:br/>
            <a:r>
              <a:t>• Makes skill gaps easier to understand.</a:t>
            </a:r>
            <a:br/>
            <a:br/>
            <a:r>
              <a:t>• Converts gaps into concrete learning actions.</a:t>
            </a:r>
            <a:br/>
            <a:br/>
            <a:r>
              <a:t>• Provides accessible interview practice.</a:t>
            </a:r>
            <a:br/>
            <a:br/>
            <a:r>
              <a:t>• Brings career guidance into one student-friendly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• Live GitHub profile integration</a:t>
            </a:r>
            <a:br/>
            <a:r>
              <a:t>• Verified SkillsBuild resource integration</a:t>
            </a:r>
            <a:br/>
            <a:r>
              <a:t>• More career domains</a:t>
            </a:r>
            <a:br/>
            <a:r>
              <a:t>• Advanced resume scoring</a:t>
            </a:r>
            <a:br/>
            <a:r>
              <a:t>• Personalized job recommendations</a:t>
            </a:r>
            <a:br/>
            <a:r>
              <a:t>• Multilingual and voice assistance</a:t>
            </a:r>
            <a:br/>
            <a:r>
              <a:t>• Student progress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CareerForge AI  |  Pragati Engineering College  |  SkillUp Hackathon × IBM SkillsBuild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BFDBFE"/>
                </a:solidFill>
              </a:defRPr>
            </a:pPr>
            <a:r>
              <a:t>CareerAI Copilot helps students move from</a:t>
            </a:r>
            <a:br/>
            <a:r>
              <a:t>career uncertainty to a clear, actionable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794760"/>
            <a:ext cx="7955279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</a:defRPr>
            </a:pPr>
            <a:r>
              <a:t>CareerForge AI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FFFFFF"/>
                </a:solidFill>
              </a:defRPr>
            </a:pPr>
            <a:r>
              <a:t>AGANTI SRINIDHI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FFFFFF"/>
                </a:solidFill>
              </a:defRPr>
            </a:pPr>
            <a:r>
              <a:t>Pragati Engineering College</a:t>
            </a:r>
          </a:p>
          <a:p>
            <a:pPr algn="ctr">
              <a:spcAft>
                <a:spcPts val="700"/>
              </a:spcAft>
              <a:defRPr sz="1300" b="0">
                <a:solidFill>
                  <a:srgbClr val="FFFFFF"/>
                </a:solidFill>
              </a:defRPr>
            </a:pPr>
            <a:r>
              <a:t>Student AI Track • SkillUp Hackathon × IBM SkillsBuild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715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